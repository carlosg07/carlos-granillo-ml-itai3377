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IIoT Time Series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Carlos Granillo</a:t>
            </a:r>
          </a:p>
          <a:p>
            <a:r>
              <a:rPr dirty="0"/>
              <a:t>ITAI 3377</a:t>
            </a:r>
          </a:p>
          <a:p>
            <a:r>
              <a:rPr dirty="0"/>
              <a:t>A06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Forecast IIoT sensor data</a:t>
            </a:r>
          </a:p>
          <a:p>
            <a:r>
              <a:t>• Predict future values using past data</a:t>
            </a:r>
          </a:p>
          <a:p>
            <a:r>
              <a:t>• Helps prevent failures and improve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Sensor data (temperature, pressure, etc.)</a:t>
            </a:r>
          </a:p>
          <a:p>
            <a:r>
              <a:t>• Goal: Predict future readings</a:t>
            </a:r>
          </a:p>
          <a:p>
            <a:r>
              <a:t>• Challenge: Noisy and irregular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Cleaned missing values</a:t>
            </a:r>
          </a:p>
          <a:p>
            <a:r>
              <a:t>• Removed outliers</a:t>
            </a:r>
          </a:p>
          <a:p>
            <a:r>
              <a:t>• Normalized data</a:t>
            </a:r>
          </a:p>
          <a:p>
            <a:r>
              <a:t>• Split into training and testing 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Model: TimeGPT (Nixtla)</a:t>
            </a:r>
          </a:p>
          <a:p>
            <a:r>
              <a:t>• Good for time series forecasting</a:t>
            </a:r>
          </a:p>
          <a:p>
            <a:r>
              <a:t>• Captures trends and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Features: Time + sensor values</a:t>
            </a:r>
          </a:p>
          <a:p>
            <a:r>
              <a:t>• Metrics: MAE, RMSE</a:t>
            </a:r>
          </a:p>
          <a:p>
            <a:r>
              <a:t>• Model predicted trends well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synthetic data</a:t>
            </a:r>
          </a:p>
          <a:p>
            <a:r>
              <a:t>• Improved model learning</a:t>
            </a:r>
          </a:p>
          <a:p>
            <a:r>
              <a:t>• Reduced prediction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Forecasting detects issues early</a:t>
            </a:r>
          </a:p>
          <a:p>
            <a:r>
              <a:t>• More data = better results</a:t>
            </a:r>
          </a:p>
          <a:p>
            <a:r>
              <a:t>• Time patterns are important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forecasting for monitoring</a:t>
            </a:r>
          </a:p>
          <a:p>
            <a:r>
              <a:t>• Collect better data</a:t>
            </a:r>
          </a:p>
          <a:p>
            <a:r>
              <a:t>• Automate with AI</a:t>
            </a:r>
          </a:p>
          <a:p>
            <a:r>
              <a:t>• Retrain models regularly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IIoT forecasting predicts trends</a:t>
            </a:r>
          </a:p>
          <a:p>
            <a:r>
              <a:rPr dirty="0"/>
              <a:t>• Reduces downtime and costs</a:t>
            </a:r>
          </a:p>
          <a:p>
            <a:r>
              <a:rPr dirty="0"/>
              <a:t>• AI improves accuracy</a:t>
            </a:r>
            <a:r>
              <a:rPr lang="en-US" dirty="0"/>
              <a:t> and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IIoT Time Series Forecasting</vt:lpstr>
      <vt:lpstr>Introduction</vt:lpstr>
      <vt:lpstr>Dataset &amp; Problem</vt:lpstr>
      <vt:lpstr>Data Preparation</vt:lpstr>
      <vt:lpstr>Model Selection &amp; Training</vt:lpstr>
      <vt:lpstr>Feature Engineering &amp; Evaluation</vt:lpstr>
      <vt:lpstr>Generative Models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IIoT Time Series Forecasting</dc:title>
  <dc:subject/>
  <dc:creator/>
  <cp:keywords/>
  <dc:description>generated using python-pptx</dc:description>
  <cp:lastModifiedBy>carlos.granillo-W212655608</cp:lastModifiedBy>
  <cp:revision>2</cp:revision>
  <dcterms:created xsi:type="dcterms:W3CDTF">2013-01-27T09:14:16Z</dcterms:created>
  <dcterms:modified xsi:type="dcterms:W3CDTF">2026-03-26T09:07:16Z</dcterms:modified>
  <cp:category/>
</cp:coreProperties>
</file>